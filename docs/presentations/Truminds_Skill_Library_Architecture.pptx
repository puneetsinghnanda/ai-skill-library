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ecf8480-ee54-069e-f7b1-925f44c61258}">
          <p14:sldIdLst>
            <p14:sldId id="256"/>
            <p14:sldId id="257"/>
          </p14:sldIdLst>
        </p14:section>
        <p14:section name="Architecture" id="{1c3ea572-1756-6d42-c4ed-734b05ac903c}">
          <p14:sldIdLst>
            <p14:sldId id="258"/>
            <p14:sldId id="259"/>
            <p14:sldId id="260"/>
          </p14:sldIdLst>
        </p14:section>
        <p14:section name="End-to-end flow" id="{7c9ee653-395f-6f28-e5e4-5f985412dc3e}">
          <p14:sldIdLst>
            <p14:sldId id="261"/>
            <p14:sldId id="262"/>
            <p14:sldId id="263"/>
          </p14:sldIdLst>
        </p14:section>
        <p14:section name="Insights" id="{99dc749e-a1a3-f17c-93a6-9084e6dae536}">
          <p14:sldIdLst>
            <p14:sldId id="264"/>
          </p14:sldIdLst>
        </p14:section>
        <p14:section name="Next steps" id="{535872f9-a349-df52-9e7a-5390bbf3d7a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the session: everyone leaves knowing the core components, how one ticket flows end to end, and what they own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objects in the design: skill, agent, workflow, pod, knowledge pack, artifact, verifier profile. Today we focus on skill, workflow, pod and harness.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plane installs into Claude Code. Execution plane reads/writes the companion repo, opens PRs on the product repo, and sends metadata-only events to the insight plane. CI and the portal never run an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gates H1–H7 must pass first (schema, sections, verifier checks, forbidden content, trace links, fresh inputs, permitted tools). Signals S1–S6 give the band: High, Medium, Low. A stale context pack caps the band at Medium. Retry limits: 2 for code checks, 3 in the verifier fix loop, then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show: code catches invented facts (the wrong table), the AI reviewer catches meaning problems (retention conflict), and nothing is guessed: a decision goes to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merges or deploys automatically. Every step wrote a signed verification record into the companion repo; the PR body links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Puneet to close open questions OQ-01 to OQ-16 (co-approver, hosting, data residency, pilots, companion repo org, default limits, brand, Backstage vs custom portal, Release-1 pods). Phases are gated by scope, not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Truminds AI Skill Library · Architecture walkthrough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Truminds AI Skill Library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Architecture and end-to-end flow · team walkthrough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we are building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F5E72"/>
                </a:solidFill>
              </a:rPr>
              <a:t>Small reusable AI skills, chained into workflows and packaged as pods, with a quality check after every step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2763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Skill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5059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One small AI capability, e.g. requirement review, design, unit tests. Technology- and domain-agnostic.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162763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Workflow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245059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Skills in order with human gates, e.g. brownfield-change: requirement → design → code → PR.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62763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245059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 ready-made AI-augmented team, e.g. 1 Solution Architect + 1 Full-stack + 1 QA agent.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31152" y="16276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Harness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245059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Checks every output against the client system, scores confidence, stops for a human when needed.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657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Runs locally in Claude Code desktop + Truminds plugin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17720" y="373989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73752" y="3657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Company Claude seats only · no Claude API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424281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1605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Any domain, greenfield or brownfield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617720" y="424281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73752" y="41605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People decide; code makes pass/fail decisions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Core components: five planes, AI runs in only 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945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Content plane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53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Marketplace repo (GitHub)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09344"/>
            <a:ext cx="19202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Skills, workflows, pods, rubrics, evals, verifier profiles, tsl tool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00584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Execution plane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1353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Engineer's laptop · only place AI runs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1609344"/>
            <a:ext cx="246888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Claude Code desktop + Truminds plugin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Orchestrator → skills → reviewer subagent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tsl: verify · decide · state · pr · sign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Hooks: policy, check after each write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Verifier containers (Docker)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Knowledge plane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Companion repo, one per client system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60934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Context pack · run state · artifacts · signed records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Delivery plane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Client product repo + CI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84378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Code changes and PRs · tsl ci-verify re-checks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47472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Insight plane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Truminds cloud (hosting TBD)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07822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Telemetry API · PostgreSQL · intranet portal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21945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People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2278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Who touches what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483864"/>
            <a:ext cx="1920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Engineers, tech leads, POs: Claude Code +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Business, DMs, leads: portal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1828800"/>
            <a:ext cx="36576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1508760"/>
            <a:ext cx="36576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60720" y="2743200"/>
            <a:ext cx="36576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760720" y="3977640"/>
            <a:ext cx="36576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51760" y="3657600"/>
            <a:ext cx="36576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Inside one step: the AI proposes, code decides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05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/truminds:run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Engineer starts a workflow on a ticket; tsl takes a lock and creates the run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" y="1517904"/>
            <a:ext cx="0" cy="274320"/>
          </a:xfrm>
          <a:prstGeom prst="line">
            <a:avLst/>
          </a:prstGeom>
          <a:noFill/>
          <a:ln w="15875">
            <a:solidFill>
              <a:srgbClr val="B5BFC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1810512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Skill writes artifact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737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e.g. design.md, with Known / Assumed / Unknown and cited claims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" y="2249424"/>
            <a:ext cx="0" cy="274320"/>
          </a:xfrm>
          <a:prstGeom prst="line">
            <a:avLst/>
          </a:prstGeom>
          <a:noFill/>
          <a:ln w="15875">
            <a:solidFill>
              <a:srgbClr val="B5BFC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542032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Hook → tsl verify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468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Code checks facts: schema, sections, names exist in the context pack, tests pass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" y="2980944"/>
            <a:ext cx="0" cy="274320"/>
          </a:xfrm>
          <a:prstGeom prst="line">
            <a:avLst/>
          </a:prstGeom>
          <a:noFill/>
          <a:ln w="15875">
            <a:solidFill>
              <a:srgbClr val="B5BFC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32735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200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Reviewer subagent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3200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Checks meaning against the context pack; every finding must cite evidence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" y="3712464"/>
            <a:ext cx="0" cy="274320"/>
          </a:xfrm>
          <a:prstGeom prst="line">
            <a:avLst/>
          </a:prstGeom>
          <a:noFill/>
          <a:ln w="15875">
            <a:solidFill>
              <a:srgbClr val="B5BFC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40050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931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tsl decide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3931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Code verifies citations, computes band, picks the outcome, signs the record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1005840"/>
            <a:ext cx="2423160" cy="352044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Six outcomes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46520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15179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PASS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17282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next step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46520" y="2048256"/>
            <a:ext cx="164592" cy="164592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20840" y="1993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PASS WITH FINDINGS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22037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continue, notes to PR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46520" y="25237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20840" y="24688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RETRY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2679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AI fixes, max 2–3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46520" y="2999232"/>
            <a:ext cx="164592" cy="164592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29443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NEEDS INPUT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31546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questions file, pause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3474720"/>
            <a:ext cx="164592" cy="164592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20840" y="34198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ESCALATE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36301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tech lead decides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46520" y="39502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20840" y="38953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ABORT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720840" y="4105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secret, PII, blocked action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things live and what crosses each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Laptop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Claude Code + plugin, tsl, hooks, Docker verifiers, offline outbox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9D6E5"/>
                </a:solidFill>
              </a:rPr>
              <a:t>Client code is read here, on company seats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2423160"/>
            <a:ext cx="18288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105156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Companion repo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57276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tsl.yaml, context pack, run state, open questions, approvals, artifacts and their signed check records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Truminds-owned, one per client system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2423160"/>
            <a:ext cx="18288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05156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 repo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57276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Code changes and PRs only; CI runs tsl ci-verify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Client-owned; nothing else is written here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2423160"/>
            <a:ext cx="18288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05156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Cloud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57276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Telemetry API, PostgreSQL, intranet portal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F5E72"/>
                </a:solidFill>
              </a:rPr>
              <a:t>Metadata only: ids, counts, outcomes, durations. No code, prompts or client names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Trust: every record is signed with the engineer's key (registered at tsl login). CI re-runs the code checks and verifies signatures; a code PR without records fails.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End to end: seven steps from ticket to merged PR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8872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Onboard system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Tech lead builds and signs context pack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18488" y="1234440"/>
            <a:ext cx="118872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18488" y="20574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Pick workflow / pod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618488" y="25603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Plugin installed from GitHub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79776" y="1234440"/>
            <a:ext cx="118872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35808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79776" y="20574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Run in Claude Code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79776" y="25603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Skills run one after another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41064" y="1234440"/>
            <a:ext cx="118872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97096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941064" y="20574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Harness checks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41064" y="25603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After every step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02352" y="1234440"/>
            <a:ext cx="1188720" cy="68580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58384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102352" y="20574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Human gates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02352" y="25603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Questions, approvals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234440"/>
            <a:ext cx="118872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0574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Pull request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5603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Code + tests + records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24928" y="1234440"/>
            <a:ext cx="118872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424928" y="20574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Insights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24928" y="25603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Metadata → portal, skills improve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Pause and resume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76732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When a step needs a decision, tsl writes runs/&lt;run_id&gt;/open-questions.md and the run pauses (Claude session can close). The PO answers in the file; the engineer runs /truminds:resume &lt;run_id&gt;. Approvals work the same way through approvals.md and tsl approve.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Example: ABC-142, show 30 days of order history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F5E72"/>
                </a:solidFill>
              </a:rPr>
              <a:t>Brownfield change on an existing order service · workflow brownfield-change · engineer runs /truminds:run brownfield-change ABC-142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Requirement 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1545336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54533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PASS · High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371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Requirement is clear; terms match the glossary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295144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15798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Story split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233172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2331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PASS WITH FINDINGS · Medium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1579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Time-zone edge case noted for the PR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8152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443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Impact analysis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26080" y="3118104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31181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RETRY → PASS · High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9443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First try named a table that does not exist; code check caught it, AI fixed 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86791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373075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Design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26080" y="3904488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26080" y="39044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NEEDS INPUT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730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Reviewer cites data-model.md: history is kept 24 hours, not 30 days. Q-01 goes to the product owner; run pauses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Example continued: from the answer to a merged PR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 answers Q-01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Option A: extend retention to 30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430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/truminds:resume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Design re-runs with the answer →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4300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Design gate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Tech lead approves (tsl approve, signed)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3317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Threat model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STRIDE rows for each component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19456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3317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Implement + unit tests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14 of 14 checks · coverage 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19456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3317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Secure review + test plan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Every acceptance criterion has a test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52044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3493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tsl pr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 with code, test results, records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46120" y="338328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3280" y="352044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832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840480" y="3493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CI + reviewer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84048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ci-verify re-checks; a human merges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338328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52044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13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3493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Insights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62940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Events update dashboards; skills learn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F5E72"/>
                </a:solidFill>
              </a:rPr>
              <a:t>Amber boxes are human decisions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results reach the portal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tsl events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run.started, step.decided, question.*, pr.opened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08960" y="1481328"/>
            <a:ext cx="548640" cy="987552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26517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30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Claude Code OTel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41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tokens, cost, session time (no prompts)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2441448"/>
            <a:ext cx="548640" cy="27432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017520"/>
            <a:ext cx="26517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090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GitHub webhook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E72"/>
                </a:solidFill>
              </a:rPr>
              <a:t>PR opened, reviewed, merged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V="1">
            <a:off x="3108960" y="2468880"/>
            <a:ext cx="548640" cy="932688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0" y="173736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Telemetry API + PostgreSQL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E5"/>
                </a:solidFill>
              </a:rPr>
              <a:t>Joined by run_id · deduplicated by event_id · outbox when offline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2468880"/>
            <a:ext cx="457200" cy="0"/>
          </a:xfrm>
          <a:prstGeom prst="line">
            <a:avLst/>
          </a:prstGeom>
          <a:noFill/>
          <a:ln w="19050">
            <a:solidFill>
              <a:srgbClr val="7A87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246888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Business view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709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Impact numbers, capability map, pods. No run ids, tickets or names.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560320"/>
            <a:ext cx="246888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Engineer view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9443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My runs, waiting on me, skill performance, health, run detail.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14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Self-improvement: a weekly report (plain code) shows each skill's failure causes; the owner adds a failing eval case first, then improves the skill with /truminds:improve.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Next steps: who owns what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5E72"/>
                </a:solidFill>
              </a:rPr>
              <a:t>Owner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5E72"/>
                </a:solidFill>
              </a:rPr>
              <a:t>Owns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914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5E72"/>
                </a:solidFill>
              </a:rPr>
              <a:t>First deliverable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16736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Abhishek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517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E72"/>
                </a:solidFill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20700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Run state and locks, /truminds run · resume · status, telemetry API + PostgreSQL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20700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State machine + run-state schema; events API skeleton with idempotency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88366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Shubham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E72"/>
                </a:solidFill>
              </a:rPr>
              <a:t>Backend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18836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Plugin + marketplace, hooks and policy, tsl pr, ci-verify action, verifier containers, OTel + webhooks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188366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Plugin installs from marketplace; a hook calls tsl verify on write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2615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Japman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871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E72"/>
                </a:solidFill>
              </a:rPr>
              <a:t>Backend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25603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Harness: tsl verify / decide, rubrics, citation check, evals, context extractors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256032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decide() golden-file tests with H1–H7 fixtures; init-context on a sample system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236976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Ekjot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547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E72"/>
                </a:solidFill>
              </a:rPr>
              <a:t>Frontend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23697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Portal: catalogue, skill detail, pods, capability map, get started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532120" y="32369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Catalogue from marketplace data; recommendation on Backstage vs custom web app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913632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3968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Gaurav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5E72"/>
                </a:solidFill>
              </a:rPr>
              <a:t>Frontend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920240" y="391363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Home (Engineer), insights dashboards, run detail, question / PR / approval templates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39136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Dashboards on mock events; templates validated against schemas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minds Skill Library">
  <a:themeElements>
    <a:clrScheme name="Truminds Skill Library">
      <a:dk1>
        <a:srgbClr val="0F1B2D"/>
      </a:dk1>
      <a:lt1>
        <a:srgbClr val="FFFFFF"/>
      </a:lt1>
      <a:dk2>
        <a:srgbClr val="0B2A4A"/>
      </a:dk2>
      <a:lt2>
        <a:srgbClr val="F2F5F9"/>
      </a:lt2>
      <a:accent1>
        <a:srgbClr val="00707B"/>
      </a:accent1>
      <a:accent2>
        <a:srgbClr val="00A3B4"/>
      </a:accent2>
      <a:accent3>
        <a:srgbClr val="C2620F"/>
      </a:accent3>
      <a:accent4>
        <a:srgbClr val="1B7A4E"/>
      </a:accent4>
      <a:accent5>
        <a:srgbClr val="2458C6"/>
      </a:accent5>
      <a:accent6>
        <a:srgbClr val="8A5A00"/>
      </a:accent6>
      <a:hlink>
        <a:srgbClr val="00707B"/>
      </a:hlink>
      <a:folHlink>
        <a:srgbClr val="2458C6"/>
      </a:folHlink>
    </a:clrScheme>
    <a:fontScheme name="Truminds Skill Libra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Truminds AI Skill Library - Architecture walkthrough</dc:title>
  <dc:subject>PptxGenJS Presentation</dc:subject>
  <dc:creator>Puneet Singh Nanda</dc:creator>
  <cp:lastModifiedBy>Puneet Singh Nanda</cp:lastModifiedBy>
  <cp:revision>1</cp:revision>
  <dcterms:created xsi:type="dcterms:W3CDTF">2026-10-08T06:58:53Z</dcterms:created>
  <dcterms:modified xsi:type="dcterms:W3CDTF">2026-10-08T06:58:53Z</dcterms:modified>
</cp:coreProperties>
</file>